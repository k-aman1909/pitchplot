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BC06FF-91A1-4D84-A0BE-A1AA7DA888A2}" v="19" dt="2024-08-16T10:04:17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Kumar" userId="0358038fba98f35d" providerId="LiveId" clId="{2CBC06FF-91A1-4D84-A0BE-A1AA7DA888A2}"/>
    <pc:docChg chg="undo redo custSel addSld delSld modSld sldOrd">
      <pc:chgData name="Aman Kumar" userId="0358038fba98f35d" providerId="LiveId" clId="{2CBC06FF-91A1-4D84-A0BE-A1AA7DA888A2}" dt="2024-08-16T10:06:27.429" v="678" actId="20577"/>
      <pc:docMkLst>
        <pc:docMk/>
      </pc:docMkLst>
      <pc:sldChg chg="addSp delSp modSp mod chgLayout">
        <pc:chgData name="Aman Kumar" userId="0358038fba98f35d" providerId="LiveId" clId="{2CBC06FF-91A1-4D84-A0BE-A1AA7DA888A2}" dt="2024-08-16T10:06:27.429" v="678" actId="20577"/>
        <pc:sldMkLst>
          <pc:docMk/>
          <pc:sldMk cId="2183310562" sldId="256"/>
        </pc:sldMkLst>
        <pc:spChg chg="del mod ord">
          <ac:chgData name="Aman Kumar" userId="0358038fba98f35d" providerId="LiveId" clId="{2CBC06FF-91A1-4D84-A0BE-A1AA7DA888A2}" dt="2024-08-16T09:49:04.578" v="338" actId="478"/>
          <ac:spMkLst>
            <pc:docMk/>
            <pc:sldMk cId="2183310562" sldId="256"/>
            <ac:spMk id="2" creationId="{F6F94BC9-BA14-4A51-0C45-2554B80EA261}"/>
          </ac:spMkLst>
        </pc:spChg>
        <pc:spChg chg="del mod ord">
          <ac:chgData name="Aman Kumar" userId="0358038fba98f35d" providerId="LiveId" clId="{2CBC06FF-91A1-4D84-A0BE-A1AA7DA888A2}" dt="2024-08-16T09:49:25.763" v="342" actId="478"/>
          <ac:spMkLst>
            <pc:docMk/>
            <pc:sldMk cId="2183310562" sldId="256"/>
            <ac:spMk id="3" creationId="{B6E43A02-B09C-2D4D-20E3-EC86CB39876A}"/>
          </ac:spMkLst>
        </pc:spChg>
        <pc:spChg chg="add mod">
          <ac:chgData name="Aman Kumar" userId="0358038fba98f35d" providerId="LiveId" clId="{2CBC06FF-91A1-4D84-A0BE-A1AA7DA888A2}" dt="2024-08-16T10:06:27.429" v="678" actId="20577"/>
          <ac:spMkLst>
            <pc:docMk/>
            <pc:sldMk cId="2183310562" sldId="256"/>
            <ac:spMk id="4" creationId="{E833B302-1790-4060-C15D-231D3D35B25F}"/>
          </ac:spMkLst>
        </pc:spChg>
        <pc:spChg chg="add del mod">
          <ac:chgData name="Aman Kumar" userId="0358038fba98f35d" providerId="LiveId" clId="{2CBC06FF-91A1-4D84-A0BE-A1AA7DA888A2}" dt="2024-08-16T09:49:13.118" v="340" actId="478"/>
          <ac:spMkLst>
            <pc:docMk/>
            <pc:sldMk cId="2183310562" sldId="256"/>
            <ac:spMk id="6" creationId="{FD4D0314-BDB7-FDC0-A5F5-827106EAAC3C}"/>
          </ac:spMkLst>
        </pc:spChg>
        <pc:spChg chg="add del mod">
          <ac:chgData name="Aman Kumar" userId="0358038fba98f35d" providerId="LiveId" clId="{2CBC06FF-91A1-4D84-A0BE-A1AA7DA888A2}" dt="2024-08-16T09:49:50.085" v="346" actId="478"/>
          <ac:spMkLst>
            <pc:docMk/>
            <pc:sldMk cId="2183310562" sldId="256"/>
            <ac:spMk id="8" creationId="{C0E7FF8C-3655-F011-E35D-C8C203838544}"/>
          </ac:spMkLst>
        </pc:spChg>
        <pc:spChg chg="add del mod">
          <ac:chgData name="Aman Kumar" userId="0358038fba98f35d" providerId="LiveId" clId="{2CBC06FF-91A1-4D84-A0BE-A1AA7DA888A2}" dt="2024-08-16T09:50:22.148" v="348" actId="478"/>
          <ac:spMkLst>
            <pc:docMk/>
            <pc:sldMk cId="2183310562" sldId="256"/>
            <ac:spMk id="9" creationId="{2F59AB50-F52B-73BA-0371-D61C6B4ADB91}"/>
          </ac:spMkLst>
        </pc:spChg>
        <pc:spChg chg="add mod">
          <ac:chgData name="Aman Kumar" userId="0358038fba98f35d" providerId="LiveId" clId="{2CBC06FF-91A1-4D84-A0BE-A1AA7DA888A2}" dt="2024-08-16T09:50:17.069" v="347" actId="33987"/>
          <ac:spMkLst>
            <pc:docMk/>
            <pc:sldMk cId="2183310562" sldId="256"/>
            <ac:spMk id="10" creationId="{13785AEB-1E32-E2C0-83C7-862CEE044C5E}"/>
          </ac:spMkLst>
        </pc:spChg>
      </pc:sldChg>
      <pc:sldChg chg="addSp delSp modSp mod">
        <pc:chgData name="Aman Kumar" userId="0358038fba98f35d" providerId="LiveId" clId="{2CBC06FF-91A1-4D84-A0BE-A1AA7DA888A2}" dt="2024-08-16T09:59:12.083" v="455" actId="478"/>
        <pc:sldMkLst>
          <pc:docMk/>
          <pc:sldMk cId="3670231722" sldId="257"/>
        </pc:sldMkLst>
        <pc:spChg chg="mod">
          <ac:chgData name="Aman Kumar" userId="0358038fba98f35d" providerId="LiveId" clId="{2CBC06FF-91A1-4D84-A0BE-A1AA7DA888A2}" dt="2024-08-16T09:50:43.434" v="349" actId="1076"/>
          <ac:spMkLst>
            <pc:docMk/>
            <pc:sldMk cId="3670231722" sldId="257"/>
            <ac:spMk id="2" creationId="{432B4978-6727-E007-926B-AA5F5322977B}"/>
          </ac:spMkLst>
        </pc:spChg>
        <pc:spChg chg="mod">
          <ac:chgData name="Aman Kumar" userId="0358038fba98f35d" providerId="LiveId" clId="{2CBC06FF-91A1-4D84-A0BE-A1AA7DA888A2}" dt="2024-08-16T09:44:57.178" v="155"/>
          <ac:spMkLst>
            <pc:docMk/>
            <pc:sldMk cId="3670231722" sldId="257"/>
            <ac:spMk id="3" creationId="{16BCCDDA-8EEE-E10E-5AB8-7A33305E30F6}"/>
          </ac:spMkLst>
        </pc:spChg>
        <pc:picChg chg="add del mod">
          <ac:chgData name="Aman Kumar" userId="0358038fba98f35d" providerId="LiveId" clId="{2CBC06FF-91A1-4D84-A0BE-A1AA7DA888A2}" dt="2024-08-16T09:59:12.083" v="455" actId="478"/>
          <ac:picMkLst>
            <pc:docMk/>
            <pc:sldMk cId="3670231722" sldId="257"/>
            <ac:picMk id="5" creationId="{3610D98C-C9E2-BF3E-5087-87ABD3F812B2}"/>
          </ac:picMkLst>
        </pc:picChg>
      </pc:sldChg>
      <pc:sldChg chg="modSp mod">
        <pc:chgData name="Aman Kumar" userId="0358038fba98f35d" providerId="LiveId" clId="{2CBC06FF-91A1-4D84-A0BE-A1AA7DA888A2}" dt="2024-08-16T09:44:45.234" v="154" actId="27636"/>
        <pc:sldMkLst>
          <pc:docMk/>
          <pc:sldMk cId="3973270212" sldId="258"/>
        </pc:sldMkLst>
        <pc:spChg chg="mod">
          <ac:chgData name="Aman Kumar" userId="0358038fba98f35d" providerId="LiveId" clId="{2CBC06FF-91A1-4D84-A0BE-A1AA7DA888A2}" dt="2024-08-16T09:44:45.234" v="154" actId="27636"/>
          <ac:spMkLst>
            <pc:docMk/>
            <pc:sldMk cId="3973270212" sldId="258"/>
            <ac:spMk id="3" creationId="{B0DBAA9C-AECC-321F-371B-237733CAF9D9}"/>
          </ac:spMkLst>
        </pc:spChg>
      </pc:sldChg>
      <pc:sldChg chg="modSp">
        <pc:chgData name="Aman Kumar" userId="0358038fba98f35d" providerId="LiveId" clId="{2CBC06FF-91A1-4D84-A0BE-A1AA7DA888A2}" dt="2024-08-16T09:44:57.178" v="155"/>
        <pc:sldMkLst>
          <pc:docMk/>
          <pc:sldMk cId="4191032770" sldId="259"/>
        </pc:sldMkLst>
        <pc:spChg chg="mod">
          <ac:chgData name="Aman Kumar" userId="0358038fba98f35d" providerId="LiveId" clId="{2CBC06FF-91A1-4D84-A0BE-A1AA7DA888A2}" dt="2024-08-16T09:44:57.178" v="155"/>
          <ac:spMkLst>
            <pc:docMk/>
            <pc:sldMk cId="4191032770" sldId="259"/>
            <ac:spMk id="3" creationId="{5AFA9181-DEBA-14F3-459C-1A3A582DCF1C}"/>
          </ac:spMkLst>
        </pc:spChg>
      </pc:sldChg>
      <pc:sldChg chg="addSp modSp new mod">
        <pc:chgData name="Aman Kumar" userId="0358038fba98f35d" providerId="LiveId" clId="{2CBC06FF-91A1-4D84-A0BE-A1AA7DA888A2}" dt="2024-08-16T10:03:10.755" v="496" actId="20577"/>
        <pc:sldMkLst>
          <pc:docMk/>
          <pc:sldMk cId="1866306437" sldId="260"/>
        </pc:sldMkLst>
        <pc:spChg chg="mod">
          <ac:chgData name="Aman Kumar" userId="0358038fba98f35d" providerId="LiveId" clId="{2CBC06FF-91A1-4D84-A0BE-A1AA7DA888A2}" dt="2024-08-16T09:58:45.297" v="452" actId="20577"/>
          <ac:spMkLst>
            <pc:docMk/>
            <pc:sldMk cId="1866306437" sldId="260"/>
            <ac:spMk id="2" creationId="{4554B193-8115-DBF4-F5B1-E314645F706C}"/>
          </ac:spMkLst>
        </pc:spChg>
        <pc:spChg chg="mod">
          <ac:chgData name="Aman Kumar" userId="0358038fba98f35d" providerId="LiveId" clId="{2CBC06FF-91A1-4D84-A0BE-A1AA7DA888A2}" dt="2024-08-16T10:03:10.755" v="496" actId="20577"/>
          <ac:spMkLst>
            <pc:docMk/>
            <pc:sldMk cId="1866306437" sldId="260"/>
            <ac:spMk id="3" creationId="{64A43E84-5ED4-8237-D05A-EB8A123647FD}"/>
          </ac:spMkLst>
        </pc:spChg>
        <pc:spChg chg="add mod">
          <ac:chgData name="Aman Kumar" userId="0358038fba98f35d" providerId="LiveId" clId="{2CBC06FF-91A1-4D84-A0BE-A1AA7DA888A2}" dt="2024-08-16T10:01:50.455" v="459" actId="14100"/>
          <ac:spMkLst>
            <pc:docMk/>
            <pc:sldMk cId="1866306437" sldId="260"/>
            <ac:spMk id="4" creationId="{D851065A-F076-5102-8E90-2ECB02F72857}"/>
          </ac:spMkLst>
        </pc:spChg>
        <pc:spChg chg="add mod">
          <ac:chgData name="Aman Kumar" userId="0358038fba98f35d" providerId="LiveId" clId="{2CBC06FF-91A1-4D84-A0BE-A1AA7DA888A2}" dt="2024-08-16T10:01:53.484" v="461"/>
          <ac:spMkLst>
            <pc:docMk/>
            <pc:sldMk cId="1866306437" sldId="260"/>
            <ac:spMk id="5" creationId="{E0AA0515-36C0-3B1F-D953-25B438328EBB}"/>
          </ac:spMkLst>
        </pc:spChg>
        <pc:spChg chg="add mod">
          <ac:chgData name="Aman Kumar" userId="0358038fba98f35d" providerId="LiveId" clId="{2CBC06FF-91A1-4D84-A0BE-A1AA7DA888A2}" dt="2024-08-16T10:02:28.480" v="476" actId="14100"/>
          <ac:spMkLst>
            <pc:docMk/>
            <pc:sldMk cId="1866306437" sldId="260"/>
            <ac:spMk id="6" creationId="{21F4B8E9-DC89-B3A3-E545-25BBD8AF923B}"/>
          </ac:spMkLst>
        </pc:spChg>
      </pc:sldChg>
      <pc:sldChg chg="addSp delSp modSp new del mod">
        <pc:chgData name="Aman Kumar" userId="0358038fba98f35d" providerId="LiveId" clId="{2CBC06FF-91A1-4D84-A0BE-A1AA7DA888A2}" dt="2024-08-16T09:35:38.823" v="3" actId="47"/>
        <pc:sldMkLst>
          <pc:docMk/>
          <pc:sldMk cId="2106034298" sldId="260"/>
        </pc:sldMkLst>
        <pc:spChg chg="del">
          <ac:chgData name="Aman Kumar" userId="0358038fba98f35d" providerId="LiveId" clId="{2CBC06FF-91A1-4D84-A0BE-A1AA7DA888A2}" dt="2024-08-16T09:35:14.722" v="1" actId="21"/>
          <ac:spMkLst>
            <pc:docMk/>
            <pc:sldMk cId="2106034298" sldId="260"/>
            <ac:spMk id="2" creationId="{CA55356D-4330-FAE7-DFBF-5F9C9A856716}"/>
          </ac:spMkLst>
        </pc:spChg>
        <pc:spChg chg="del">
          <ac:chgData name="Aman Kumar" userId="0358038fba98f35d" providerId="LiveId" clId="{2CBC06FF-91A1-4D84-A0BE-A1AA7DA888A2}" dt="2024-08-16T09:35:15.954" v="2"/>
          <ac:spMkLst>
            <pc:docMk/>
            <pc:sldMk cId="2106034298" sldId="260"/>
            <ac:spMk id="3" creationId="{79EC3659-00CF-E8E3-FE92-D10F1D0FE41E}"/>
          </ac:spMkLst>
        </pc:spChg>
        <pc:spChg chg="add mod">
          <ac:chgData name="Aman Kumar" userId="0358038fba98f35d" providerId="LiveId" clId="{2CBC06FF-91A1-4D84-A0BE-A1AA7DA888A2}" dt="2024-08-16T09:35:15.954" v="2"/>
          <ac:spMkLst>
            <pc:docMk/>
            <pc:sldMk cId="2106034298" sldId="260"/>
            <ac:spMk id="4" creationId="{CA55356D-4330-FAE7-DFBF-5F9C9A856716}"/>
          </ac:spMkLst>
        </pc:spChg>
      </pc:sldChg>
      <pc:sldChg chg="delSp modSp new del mod">
        <pc:chgData name="Aman Kumar" userId="0358038fba98f35d" providerId="LiveId" clId="{2CBC06FF-91A1-4D84-A0BE-A1AA7DA888A2}" dt="2024-08-16T10:03:24.071" v="497" actId="2696"/>
        <pc:sldMkLst>
          <pc:docMk/>
          <pc:sldMk cId="1033396252" sldId="261"/>
        </pc:sldMkLst>
        <pc:spChg chg="del">
          <ac:chgData name="Aman Kumar" userId="0358038fba98f35d" providerId="LiveId" clId="{2CBC06FF-91A1-4D84-A0BE-A1AA7DA888A2}" dt="2024-08-16T09:38:05.852" v="74" actId="478"/>
          <ac:spMkLst>
            <pc:docMk/>
            <pc:sldMk cId="1033396252" sldId="261"/>
            <ac:spMk id="2" creationId="{23F872EB-66D0-D39A-AF1D-E157D7846F52}"/>
          </ac:spMkLst>
        </pc:spChg>
        <pc:spChg chg="mod">
          <ac:chgData name="Aman Kumar" userId="0358038fba98f35d" providerId="LiveId" clId="{2CBC06FF-91A1-4D84-A0BE-A1AA7DA888A2}" dt="2024-08-16T09:45:02.299" v="157" actId="20577"/>
          <ac:spMkLst>
            <pc:docMk/>
            <pc:sldMk cId="1033396252" sldId="261"/>
            <ac:spMk id="3" creationId="{976AAB40-9F1A-4BB1-730F-0E3DC5A32627}"/>
          </ac:spMkLst>
        </pc:spChg>
      </pc:sldChg>
      <pc:sldChg chg="addSp delSp modSp new mod ord">
        <pc:chgData name="Aman Kumar" userId="0358038fba98f35d" providerId="LiveId" clId="{2CBC06FF-91A1-4D84-A0BE-A1AA7DA888A2}" dt="2024-08-16T10:05:10.399" v="524"/>
        <pc:sldMkLst>
          <pc:docMk/>
          <pc:sldMk cId="789516450" sldId="262"/>
        </pc:sldMkLst>
        <pc:spChg chg="del mod">
          <ac:chgData name="Aman Kumar" userId="0358038fba98f35d" providerId="LiveId" clId="{2CBC06FF-91A1-4D84-A0BE-A1AA7DA888A2}" dt="2024-08-16T09:55:25.492" v="352" actId="478"/>
          <ac:spMkLst>
            <pc:docMk/>
            <pc:sldMk cId="789516450" sldId="262"/>
            <ac:spMk id="2" creationId="{716F06AE-AFBB-3F78-49D1-67FDB3CE4392}"/>
          </ac:spMkLst>
        </pc:spChg>
        <pc:spChg chg="mod">
          <ac:chgData name="Aman Kumar" userId="0358038fba98f35d" providerId="LiveId" clId="{2CBC06FF-91A1-4D84-A0BE-A1AA7DA888A2}" dt="2024-08-16T09:57:12.528" v="368" actId="20577"/>
          <ac:spMkLst>
            <pc:docMk/>
            <pc:sldMk cId="789516450" sldId="262"/>
            <ac:spMk id="3" creationId="{B8729560-948D-AE3E-5613-863F987C98B1}"/>
          </ac:spMkLst>
        </pc:spChg>
        <pc:spChg chg="add del mod">
          <ac:chgData name="Aman Kumar" userId="0358038fba98f35d" providerId="LiveId" clId="{2CBC06FF-91A1-4D84-A0BE-A1AA7DA888A2}" dt="2024-08-16T09:57:30.779" v="371" actId="478"/>
          <ac:spMkLst>
            <pc:docMk/>
            <pc:sldMk cId="789516450" sldId="262"/>
            <ac:spMk id="4" creationId="{C5AAF9DE-DCAD-6FE9-220E-819B2F486BF9}"/>
          </ac:spMkLst>
        </pc:spChg>
        <pc:spChg chg="add mod">
          <ac:chgData name="Aman Kumar" userId="0358038fba98f35d" providerId="LiveId" clId="{2CBC06FF-91A1-4D84-A0BE-A1AA7DA888A2}" dt="2024-08-16T09:57:45.918" v="375" actId="20577"/>
          <ac:spMkLst>
            <pc:docMk/>
            <pc:sldMk cId="789516450" sldId="262"/>
            <ac:spMk id="5" creationId="{61747763-F79B-1041-3481-63D6EE6F6920}"/>
          </ac:spMkLst>
        </pc:spChg>
      </pc:sldChg>
      <pc:sldChg chg="addSp delSp modSp add mod">
        <pc:chgData name="Aman Kumar" userId="0358038fba98f35d" providerId="LiveId" clId="{2CBC06FF-91A1-4D84-A0BE-A1AA7DA888A2}" dt="2024-08-16T09:56:54.333" v="365"/>
        <pc:sldMkLst>
          <pc:docMk/>
          <pc:sldMk cId="3685573908" sldId="263"/>
        </pc:sldMkLst>
        <pc:spChg chg="del">
          <ac:chgData name="Aman Kumar" userId="0358038fba98f35d" providerId="LiveId" clId="{2CBC06FF-91A1-4D84-A0BE-A1AA7DA888A2}" dt="2024-08-16T09:41:45.992" v="126" actId="478"/>
          <ac:spMkLst>
            <pc:docMk/>
            <pc:sldMk cId="3685573908" sldId="263"/>
            <ac:spMk id="2" creationId="{716F06AE-AFBB-3F78-49D1-67FDB3CE4392}"/>
          </ac:spMkLst>
        </pc:spChg>
        <pc:spChg chg="mod">
          <ac:chgData name="Aman Kumar" userId="0358038fba98f35d" providerId="LiveId" clId="{2CBC06FF-91A1-4D84-A0BE-A1AA7DA888A2}" dt="2024-08-16T09:56:34.910" v="361" actId="1076"/>
          <ac:spMkLst>
            <pc:docMk/>
            <pc:sldMk cId="3685573908" sldId="263"/>
            <ac:spMk id="3" creationId="{B8729560-948D-AE3E-5613-863F987C98B1}"/>
          </ac:spMkLst>
        </pc:spChg>
        <pc:spChg chg="del mod">
          <ac:chgData name="Aman Kumar" userId="0358038fba98f35d" providerId="LiveId" clId="{2CBC06FF-91A1-4D84-A0BE-A1AA7DA888A2}" dt="2024-08-16T09:56:43.520" v="363" actId="478"/>
          <ac:spMkLst>
            <pc:docMk/>
            <pc:sldMk cId="3685573908" sldId="263"/>
            <ac:spMk id="4" creationId="{C5AAF9DE-DCAD-6FE9-220E-819B2F486BF9}"/>
          </ac:spMkLst>
        </pc:spChg>
        <pc:spChg chg="add mod">
          <ac:chgData name="Aman Kumar" userId="0358038fba98f35d" providerId="LiveId" clId="{2CBC06FF-91A1-4D84-A0BE-A1AA7DA888A2}" dt="2024-08-16T09:56:54.333" v="365"/>
          <ac:spMkLst>
            <pc:docMk/>
            <pc:sldMk cId="3685573908" sldId="263"/>
            <ac:spMk id="5" creationId="{DA34FB91-73DD-E4D4-F469-5C8DD9F15995}"/>
          </ac:spMkLst>
        </pc:spChg>
      </pc:sldChg>
      <pc:sldChg chg="addSp delSp modSp new mod">
        <pc:chgData name="Aman Kumar" userId="0358038fba98f35d" providerId="LiveId" clId="{2CBC06FF-91A1-4D84-A0BE-A1AA7DA888A2}" dt="2024-08-16T09:56:16.369" v="359" actId="1076"/>
        <pc:sldMkLst>
          <pc:docMk/>
          <pc:sldMk cId="30972688" sldId="264"/>
        </pc:sldMkLst>
        <pc:spChg chg="del">
          <ac:chgData name="Aman Kumar" userId="0358038fba98f35d" providerId="LiveId" clId="{2CBC06FF-91A1-4D84-A0BE-A1AA7DA888A2}" dt="2024-08-16T09:43:13.794" v="134" actId="478"/>
          <ac:spMkLst>
            <pc:docMk/>
            <pc:sldMk cId="30972688" sldId="264"/>
            <ac:spMk id="2" creationId="{B543700D-70B5-4A2C-3D2F-547BC0D0EAC1}"/>
          </ac:spMkLst>
        </pc:spChg>
        <pc:spChg chg="mod">
          <ac:chgData name="Aman Kumar" userId="0358038fba98f35d" providerId="LiveId" clId="{2CBC06FF-91A1-4D84-A0BE-A1AA7DA888A2}" dt="2024-08-16T09:43:43.286" v="142" actId="14100"/>
          <ac:spMkLst>
            <pc:docMk/>
            <pc:sldMk cId="30972688" sldId="264"/>
            <ac:spMk id="3" creationId="{254318DC-C3C8-2E0D-8066-AE5CEB319FF5}"/>
          </ac:spMkLst>
        </pc:spChg>
        <pc:spChg chg="add del mod">
          <ac:chgData name="Aman Kumar" userId="0358038fba98f35d" providerId="LiveId" clId="{2CBC06FF-91A1-4D84-A0BE-A1AA7DA888A2}" dt="2024-08-16T09:56:10.898" v="358" actId="478"/>
          <ac:spMkLst>
            <pc:docMk/>
            <pc:sldMk cId="30972688" sldId="264"/>
            <ac:spMk id="4" creationId="{22D2EC7B-3134-69BF-6B7C-BA1B12A19761}"/>
          </ac:spMkLst>
        </pc:spChg>
        <pc:spChg chg="add mod">
          <ac:chgData name="Aman Kumar" userId="0358038fba98f35d" providerId="LiveId" clId="{2CBC06FF-91A1-4D84-A0BE-A1AA7DA888A2}" dt="2024-08-16T09:56:16.369" v="359" actId="1076"/>
          <ac:spMkLst>
            <pc:docMk/>
            <pc:sldMk cId="30972688" sldId="264"/>
            <ac:spMk id="5" creationId="{2918DA9B-2A4C-C36C-6A36-C7CD815B1069}"/>
          </ac:spMkLst>
        </pc:spChg>
      </pc:sldChg>
      <pc:sldChg chg="addSp delSp modSp new mod">
        <pc:chgData name="Aman Kumar" userId="0358038fba98f35d" providerId="LiveId" clId="{2CBC06FF-91A1-4D84-A0BE-A1AA7DA888A2}" dt="2024-08-16T10:04:44.856" v="522" actId="20577"/>
        <pc:sldMkLst>
          <pc:docMk/>
          <pc:sldMk cId="1786996400" sldId="265"/>
        </pc:sldMkLst>
        <pc:spChg chg="del">
          <ac:chgData name="Aman Kumar" userId="0358038fba98f35d" providerId="LiveId" clId="{2CBC06FF-91A1-4D84-A0BE-A1AA7DA888A2}" dt="2024-08-16T10:03:34.371" v="499" actId="478"/>
          <ac:spMkLst>
            <pc:docMk/>
            <pc:sldMk cId="1786996400" sldId="265"/>
            <ac:spMk id="2" creationId="{92DE8029-27DC-9587-E7A1-C49AA3088F52}"/>
          </ac:spMkLst>
        </pc:spChg>
        <pc:spChg chg="mod">
          <ac:chgData name="Aman Kumar" userId="0358038fba98f35d" providerId="LiveId" clId="{2CBC06FF-91A1-4D84-A0BE-A1AA7DA888A2}" dt="2024-08-16T10:04:10.863" v="511" actId="14100"/>
          <ac:spMkLst>
            <pc:docMk/>
            <pc:sldMk cId="1786996400" sldId="265"/>
            <ac:spMk id="3" creationId="{7D51810B-0BA6-C052-AC58-5A707F0570D4}"/>
          </ac:spMkLst>
        </pc:spChg>
        <pc:spChg chg="add del mod">
          <ac:chgData name="Aman Kumar" userId="0358038fba98f35d" providerId="LiveId" clId="{2CBC06FF-91A1-4D84-A0BE-A1AA7DA888A2}" dt="2024-08-16T10:04:28.230" v="516" actId="478"/>
          <ac:spMkLst>
            <pc:docMk/>
            <pc:sldMk cId="1786996400" sldId="265"/>
            <ac:spMk id="5" creationId="{403393CB-5FEA-1CA1-9316-D82D4FE03285}"/>
          </ac:spMkLst>
        </pc:spChg>
        <pc:spChg chg="add mod">
          <ac:chgData name="Aman Kumar" userId="0358038fba98f35d" providerId="LiveId" clId="{2CBC06FF-91A1-4D84-A0BE-A1AA7DA888A2}" dt="2024-08-16T10:04:44.856" v="522" actId="20577"/>
          <ac:spMkLst>
            <pc:docMk/>
            <pc:sldMk cId="1786996400" sldId="265"/>
            <ac:spMk id="6" creationId="{77B64757-99DD-BE40-1D9E-536598F383B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6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8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93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91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92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6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4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36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3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99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0570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7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9729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95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61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66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7926A-9167-4569-BA51-11978C30C02D}" type="datetimeFigureOut">
              <a:rPr lang="en-US" smtClean="0"/>
              <a:t>16-Aug-24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C221816-083E-4D15-A318-339C004C0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9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33B302-1790-4060-C15D-231D3D35B25F}"/>
              </a:ext>
            </a:extLst>
          </p:cNvPr>
          <p:cNvSpPr/>
          <p:nvPr/>
        </p:nvSpPr>
        <p:spPr>
          <a:xfrm>
            <a:off x="882456" y="996295"/>
            <a:ext cx="102442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Digital Way of </a:t>
            </a:r>
            <a:r>
              <a:rPr lang="en-US" sz="54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Business Records</a:t>
            </a:r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785AEB-1E32-E2C0-83C7-862CEE044C5E}"/>
              </a:ext>
            </a:extLst>
          </p:cNvPr>
          <p:cNvSpPr/>
          <p:nvPr/>
        </p:nvSpPr>
        <p:spPr>
          <a:xfrm>
            <a:off x="2194804" y="2551837"/>
            <a:ext cx="780239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Team Members:</a:t>
            </a:r>
          </a:p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Chetna , Aman , Ritesh </a:t>
            </a:r>
          </a:p>
        </p:txBody>
      </p:sp>
    </p:spTree>
    <p:extLst>
      <p:ext uri="{BB962C8B-B14F-4D97-AF65-F5344CB8AC3E}">
        <p14:creationId xmlns:p14="http://schemas.microsoft.com/office/powerpoint/2010/main" val="218331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4978-6727-E007-926B-AA5F53229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74" y="711200"/>
            <a:ext cx="8596668" cy="132080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accent5">
                    <a:lumMod val="75000"/>
                  </a:schemeClr>
                </a:solidFill>
              </a:rPr>
              <a:t>Limitation of using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CCDDA-8EEE-E10E-5AB8-7A33305E3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Error-Prone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Human Errors</a:t>
            </a:r>
            <a:r>
              <a:rPr lang="en-US" dirty="0"/>
              <a:t>: Manual entry can lead to mistakes such as miscalculations or incorrect data entries.</a:t>
            </a:r>
          </a:p>
          <a:p>
            <a:pPr lvl="1"/>
            <a:r>
              <a:rPr lang="en-US" b="1" dirty="0"/>
              <a:t>Legibility Issues</a:t>
            </a:r>
            <a:r>
              <a:rPr lang="en-US" dirty="0"/>
              <a:t>: Handwritten records may be hard to read or decipher, leading to further errors.</a:t>
            </a:r>
          </a:p>
          <a:p>
            <a:r>
              <a:rPr lang="en-US" b="1" dirty="0"/>
              <a:t>Time-Consuming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Slow Updates</a:t>
            </a:r>
            <a:r>
              <a:rPr lang="en-US" dirty="0"/>
              <a:t>: Updating or retrieving data from a register is often slower than using digital systems, which can be inefficient for managing large volumes of information.</a:t>
            </a:r>
          </a:p>
          <a:p>
            <a:pPr lvl="1"/>
            <a:r>
              <a:rPr lang="en-US" b="1" dirty="0"/>
              <a:t>Manual Calculations</a:t>
            </a:r>
            <a:r>
              <a:rPr lang="en-US" dirty="0"/>
              <a:t>: Calculations and summaries must be done manually, which can be time-consuming and prone to error.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23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BAA9C-AECC-321F-371B-237733CAF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8080"/>
            <a:ext cx="10515600" cy="5028883"/>
          </a:xfrm>
        </p:spPr>
        <p:txBody>
          <a:bodyPr>
            <a:normAutofit/>
          </a:bodyPr>
          <a:lstStyle/>
          <a:p>
            <a:r>
              <a:rPr lang="en-US" b="1" dirty="0"/>
              <a:t>Limited Accessibility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Physical Access</a:t>
            </a:r>
            <a:r>
              <a:rPr lang="en-US" dirty="0"/>
              <a:t>: Registers are physically stored, so accessing them requires being in the location where they are kept, which is less convenient than digital access from anywhere.</a:t>
            </a:r>
          </a:p>
          <a:p>
            <a:pPr lvl="1"/>
            <a:r>
              <a:rPr lang="en-US" b="1" dirty="0"/>
              <a:t>Sharing Information</a:t>
            </a:r>
            <a:r>
              <a:rPr lang="en-US" dirty="0"/>
              <a:t>: Sharing data with others or across locations is cumbersome, requiring physical copies or manual communication.</a:t>
            </a:r>
          </a:p>
          <a:p>
            <a:r>
              <a:rPr lang="en-US" b="1" dirty="0"/>
              <a:t>Data Security Risks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Physical Security</a:t>
            </a:r>
            <a:r>
              <a:rPr lang="en-US" dirty="0"/>
              <a:t>: Registers are vulnerable to theft, loss, or damage from physical hazards (e.g., fire, water).</a:t>
            </a:r>
          </a:p>
          <a:p>
            <a:pPr lvl="1"/>
            <a:r>
              <a:rPr lang="en-US" b="1" dirty="0"/>
              <a:t>Lack of Backup</a:t>
            </a:r>
            <a:r>
              <a:rPr lang="en-US" dirty="0"/>
              <a:t>: There is no automatic backup for physical records, making data recovery difficult if records are lost or damaged.</a:t>
            </a:r>
          </a:p>
          <a:p>
            <a:r>
              <a:rPr lang="en-US" b="1" dirty="0"/>
              <a:t>Storage Issues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Space Requirements</a:t>
            </a:r>
            <a:r>
              <a:rPr lang="en-US" dirty="0"/>
              <a:t>: Physical records require physical storage space, which can become impractical as data volume grows.</a:t>
            </a:r>
          </a:p>
          <a:p>
            <a:pPr lvl="1"/>
            <a:r>
              <a:rPr lang="en-US" b="1" dirty="0"/>
              <a:t>Organization</a:t>
            </a:r>
            <a:r>
              <a:rPr lang="en-US" dirty="0"/>
              <a:t>: Managing and organizing large volumes of physical records can be challenging and inefficient.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270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A9181-DEBA-14F3-459C-1A3A582DC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Limited Analysis and Reporting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Manual Analysis</a:t>
            </a:r>
            <a:r>
              <a:rPr lang="en-US" dirty="0"/>
              <a:t>: Analyzing data or generating reports from physical records requires manual effort and can be cumbersome.</a:t>
            </a:r>
          </a:p>
          <a:p>
            <a:pPr lvl="1"/>
            <a:r>
              <a:rPr lang="en-US" b="1" dirty="0"/>
              <a:t>Lack of Advanced Tools</a:t>
            </a:r>
            <a:r>
              <a:rPr lang="en-US" dirty="0"/>
              <a:t>: Physical records lack the advanced analytical tools and features available in digital systems, such as data visualization and complex queries.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032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4B193-8115-DBF4-F5B1-E314645F7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43E84-5ED4-8237-D05A-EB8A12364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271520"/>
            <a:ext cx="8596668" cy="2769842"/>
          </a:xfrm>
        </p:spPr>
        <p:txBody>
          <a:bodyPr>
            <a:normAutofit/>
          </a:bodyPr>
          <a:lstStyle/>
          <a:p>
            <a:r>
              <a:rPr lang="en-US" dirty="0"/>
              <a:t>Trust Issues:</a:t>
            </a:r>
          </a:p>
          <a:p>
            <a:pPr lvl="1"/>
            <a:r>
              <a:rPr lang="en-US" dirty="0"/>
              <a:t>Research and Reviews: Share independent reviews and testimonials from other users. Highlight any certifications or endorsements the app might have.</a:t>
            </a:r>
          </a:p>
          <a:p>
            <a:pPr lvl="1"/>
            <a:r>
              <a:rPr lang="en-US" dirty="0"/>
              <a:t>Trial Period: Offer a trial period where your friends can test the app's features without committing long-term. This can help build trust and demonstrate its reliability.</a:t>
            </a:r>
          </a:p>
          <a:p>
            <a:pPr lvl="1"/>
            <a:r>
              <a:rPr lang="en-US" dirty="0"/>
              <a:t>Transparency: Provide clear information about the app’s security measures and data privacy policies.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51065A-F076-5102-8E90-2ECB02F72857}"/>
              </a:ext>
            </a:extLst>
          </p:cNvPr>
          <p:cNvSpPr txBox="1">
            <a:spLocks/>
          </p:cNvSpPr>
          <p:nvPr/>
        </p:nvSpPr>
        <p:spPr>
          <a:xfrm>
            <a:off x="677334" y="728030"/>
            <a:ext cx="8596668" cy="1432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F4B8E9-DC89-B3A3-E545-25BBD8AF923B}"/>
              </a:ext>
            </a:extLst>
          </p:cNvPr>
          <p:cNvSpPr txBox="1">
            <a:spLocks/>
          </p:cNvSpPr>
          <p:nvPr/>
        </p:nvSpPr>
        <p:spPr>
          <a:xfrm>
            <a:off x="392854" y="1385095"/>
            <a:ext cx="9533466" cy="1550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Certainly! Addressing these challenges requires a mix of practical solutions and persuasive communication. Here are some strategies to overcome each obstacle:</a:t>
            </a:r>
          </a:p>
        </p:txBody>
      </p:sp>
    </p:spTree>
    <p:extLst>
      <p:ext uri="{BB962C8B-B14F-4D97-AF65-F5344CB8AC3E}">
        <p14:creationId xmlns:p14="http://schemas.microsoft.com/office/powerpoint/2010/main" val="1866306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1810B-0BA6-C052-AC58-5A707F057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134" y="982029"/>
            <a:ext cx="8596668" cy="1852611"/>
          </a:xfrm>
        </p:spPr>
        <p:txBody>
          <a:bodyPr/>
          <a:lstStyle/>
          <a:p>
            <a:r>
              <a:rPr lang="en-US" dirty="0"/>
              <a:t>Lack of Features:</a:t>
            </a:r>
          </a:p>
          <a:p>
            <a:pPr lvl="1"/>
            <a:r>
              <a:rPr lang="en-US" dirty="0"/>
              <a:t>Feature Comparison: Compare the app’s features with those of established tools, emphasizing any unique advantages or improvements.</a:t>
            </a:r>
          </a:p>
          <a:p>
            <a:pPr lvl="1"/>
            <a:r>
              <a:rPr lang="en-US" dirty="0"/>
              <a:t>Custom Solutions: Highlight how the app can be customized or how certain features can be adapted to meet their needs.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B64757-99DD-BE40-1D9E-536598F383BD}"/>
              </a:ext>
            </a:extLst>
          </p:cNvPr>
          <p:cNvSpPr txBox="1">
            <a:spLocks/>
          </p:cNvSpPr>
          <p:nvPr/>
        </p:nvSpPr>
        <p:spPr>
          <a:xfrm>
            <a:off x="850054" y="3097055"/>
            <a:ext cx="8596668" cy="1852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Compatibility Concerns:</a:t>
            </a:r>
          </a:p>
          <a:p>
            <a:pPr lvl="1"/>
            <a:r>
              <a:rPr lang="en-US" dirty="0"/>
              <a:t>Integration Guides: Provide documentation or guides on how to integrate the app with their existing systems .</a:t>
            </a:r>
          </a:p>
          <a:p>
            <a:pPr lvl="1"/>
            <a:r>
              <a:rPr lang="en-US" dirty="0"/>
              <a:t>Test Compatibility: Set up a test environment to demonstrate how the app works with their current setup before making a full transition.</a:t>
            </a:r>
          </a:p>
        </p:txBody>
      </p:sp>
    </p:spTree>
    <p:extLst>
      <p:ext uri="{BB962C8B-B14F-4D97-AF65-F5344CB8AC3E}">
        <p14:creationId xmlns:p14="http://schemas.microsoft.com/office/powerpoint/2010/main" val="1786996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29560-948D-AE3E-5613-863F987C9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40" y="681038"/>
            <a:ext cx="10515600" cy="1953895"/>
          </a:xfrm>
        </p:spPr>
        <p:txBody>
          <a:bodyPr/>
          <a:lstStyle/>
          <a:p>
            <a:r>
              <a:rPr lang="en-US" dirty="0"/>
              <a:t>Storage Issues:</a:t>
            </a:r>
          </a:p>
          <a:p>
            <a:pPr lvl="1"/>
            <a:r>
              <a:rPr lang="en-US" dirty="0"/>
              <a:t>Space Requirements: Physical records require physical storage space, which can become impractical as data volume grows .</a:t>
            </a:r>
          </a:p>
          <a:p>
            <a:pPr lvl="1"/>
            <a:r>
              <a:rPr lang="en-US" dirty="0"/>
              <a:t>Organization: Managing and organizing large volumes of physical records can be challenging and inefficient.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747763-F79B-1041-3481-63D6EE6F6920}"/>
              </a:ext>
            </a:extLst>
          </p:cNvPr>
          <p:cNvSpPr txBox="1">
            <a:spLocks/>
          </p:cNvSpPr>
          <p:nvPr/>
        </p:nvSpPr>
        <p:spPr>
          <a:xfrm>
            <a:off x="838200" y="2943224"/>
            <a:ext cx="10515600" cy="1953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Limited Analysis and Reporting:</a:t>
            </a:r>
          </a:p>
          <a:p>
            <a:pPr lvl="1"/>
            <a:r>
              <a:rPr lang="en-US" dirty="0"/>
              <a:t>Manual Analysis: Analyzing data or generating reports from physical records requires manual effort and can be cumbersome .</a:t>
            </a:r>
          </a:p>
          <a:p>
            <a:pPr lvl="1"/>
            <a:r>
              <a:rPr lang="en-US" dirty="0"/>
              <a:t>Lack of Advanced Tools: Physical records lack the advanced analytical tools and features available in digital systems, such as data visualization and complex queries.</a:t>
            </a:r>
          </a:p>
        </p:txBody>
      </p:sp>
    </p:spTree>
    <p:extLst>
      <p:ext uri="{BB962C8B-B14F-4D97-AF65-F5344CB8AC3E}">
        <p14:creationId xmlns:p14="http://schemas.microsoft.com/office/powerpoint/2010/main" val="789516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29560-948D-AE3E-5613-863F987C9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0265"/>
            <a:ext cx="10515600" cy="1953895"/>
          </a:xfrm>
        </p:spPr>
        <p:txBody>
          <a:bodyPr/>
          <a:lstStyle/>
          <a:p>
            <a:r>
              <a:rPr lang="en-US" dirty="0"/>
              <a:t>Inefficiencies in Data Retrieval:</a:t>
            </a:r>
          </a:p>
          <a:p>
            <a:pPr lvl="1"/>
            <a:r>
              <a:rPr lang="en-US" dirty="0"/>
              <a:t>Search and Retrieval: Finding specific information in a physical register can be slow and labor-intensive compared to digital searches.</a:t>
            </a:r>
          </a:p>
          <a:p>
            <a:pPr lvl="1"/>
            <a:r>
              <a:rPr lang="en-US" dirty="0"/>
              <a:t>Data Loss: Important information might be lost or overlooked due to poor organization or record-keeping practices..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34FB91-73DD-E4D4-F469-5C8DD9F15995}"/>
              </a:ext>
            </a:extLst>
          </p:cNvPr>
          <p:cNvSpPr txBox="1">
            <a:spLocks/>
          </p:cNvSpPr>
          <p:nvPr/>
        </p:nvSpPr>
        <p:spPr>
          <a:xfrm>
            <a:off x="838200" y="3187065"/>
            <a:ext cx="10515600" cy="1953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Difficulty in Maintaining Data Integrity:</a:t>
            </a:r>
          </a:p>
          <a:p>
            <a:pPr lvl="1"/>
            <a:r>
              <a:rPr lang="en-US" dirty="0"/>
              <a:t>Updates and Revisions: Updating or revising records can be messy and prone to errors, affecting data integrity.\</a:t>
            </a:r>
          </a:p>
          <a:p>
            <a:pPr lvl="1"/>
            <a:r>
              <a:rPr lang="en-US" dirty="0"/>
              <a:t>Version Control: Keeping track of different versions or updates of records is challenging without a clear system.</a:t>
            </a:r>
          </a:p>
        </p:txBody>
      </p:sp>
    </p:spTree>
    <p:extLst>
      <p:ext uri="{BB962C8B-B14F-4D97-AF65-F5344CB8AC3E}">
        <p14:creationId xmlns:p14="http://schemas.microsoft.com/office/powerpoint/2010/main" val="3685573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318DC-C3C8-2E0D-8066-AE5CEB319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281"/>
            <a:ext cx="10515600" cy="2214880"/>
          </a:xfrm>
        </p:spPr>
        <p:txBody>
          <a:bodyPr/>
          <a:lstStyle/>
          <a:p>
            <a:r>
              <a:rPr lang="en-US" dirty="0"/>
              <a:t>Lack of Automation:</a:t>
            </a:r>
          </a:p>
          <a:p>
            <a:pPr lvl="1"/>
            <a:r>
              <a:rPr lang="en-US" dirty="0"/>
              <a:t>No Automated Processes: There are no automated features like reminders, alerts, or scheduled updates that digital systems provide.\</a:t>
            </a:r>
          </a:p>
          <a:p>
            <a:pPr lvl="1"/>
            <a:r>
              <a:rPr lang="en-US" dirty="0"/>
              <a:t>Manual Data Entry: All data entry and updates must be done manually, which is labor-intensive and prone to errors.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918DA9B-2A4C-C36C-6A36-C7CD815B1069}"/>
              </a:ext>
            </a:extLst>
          </p:cNvPr>
          <p:cNvSpPr txBox="1">
            <a:spLocks/>
          </p:cNvSpPr>
          <p:nvPr/>
        </p:nvSpPr>
        <p:spPr>
          <a:xfrm>
            <a:off x="838200" y="3058161"/>
            <a:ext cx="10515600" cy="221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Scalability Issues:</a:t>
            </a:r>
          </a:p>
          <a:p>
            <a:pPr lvl="1"/>
            <a:r>
              <a:rPr lang="en-US" dirty="0"/>
              <a:t>Growth Challenges: As the amount of data grows, physical registers become increasingly impractical and unwieldy.</a:t>
            </a:r>
          </a:p>
          <a:p>
            <a:pPr lvl="1"/>
            <a:r>
              <a:rPr lang="en-US" dirty="0"/>
              <a:t>Adaptability: Physical systems are less adaptable to changes in data management needs or technological advancements.</a:t>
            </a:r>
          </a:p>
        </p:txBody>
      </p:sp>
    </p:spTree>
    <p:extLst>
      <p:ext uri="{BB962C8B-B14F-4D97-AF65-F5344CB8AC3E}">
        <p14:creationId xmlns:p14="http://schemas.microsoft.com/office/powerpoint/2010/main" val="309726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41</TotalTime>
  <Words>754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PowerPoint Presentation</vt:lpstr>
      <vt:lpstr>Limitation of using register</vt:lpstr>
      <vt:lpstr>PowerPoint Presentation</vt:lpstr>
      <vt:lpstr>PowerPoint Presentation</vt:lpstr>
      <vt:lpstr>Problems And Solutions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Kumar</dc:creator>
  <cp:lastModifiedBy>Aman Kumar</cp:lastModifiedBy>
  <cp:revision>1</cp:revision>
  <dcterms:created xsi:type="dcterms:W3CDTF">2024-08-12T07:03:41Z</dcterms:created>
  <dcterms:modified xsi:type="dcterms:W3CDTF">2024-08-16T10:06:31Z</dcterms:modified>
</cp:coreProperties>
</file>